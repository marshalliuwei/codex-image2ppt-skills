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1a86b8e0f64479" /><Relationship Type="http://schemas.openxmlformats.org/officeDocument/2006/relationships/extended-properties" Target="/docProps/app.xml" Id="R9e1db4c2cbf54f84" /><Relationship Type="http://schemas.openxmlformats.org/officeDocument/2006/relationships/officeDocument" Target="/ppt/presentation.xml" Id="Ra8b04f1cda7b4f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1f1e48c2a24783"/>
  </p:sldMasterIdLst>
  <p:notesMasterIdLst>
    <p:notesMasterId xmlns:r="http://schemas.openxmlformats.org/officeDocument/2006/relationships" r:id="R05605ce7444e4da2"/>
  </p:notesMasterIdLst>
  <p:sldIdLst>
    <p:sldId xmlns:r="http://schemas.openxmlformats.org/officeDocument/2006/relationships" id="256" r:id="Rdbc728bea1c84cc6"/>
  </p:sldIdLst>
  <p:sldSz cx="1594485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9ca07804094b3c" /><Relationship Type="http://schemas.openxmlformats.org/officeDocument/2006/relationships/slideMaster" Target="/ppt/slideMasters/slideMaster1.xml" Id="Rd31f1e48c2a24783" /><Relationship Type="http://schemas.openxmlformats.org/officeDocument/2006/relationships/notesMaster" Target="/ppt/notesMasters/notesMaster1.xml" Id="R05605ce7444e4da2" /><Relationship Type="http://schemas.openxmlformats.org/officeDocument/2006/relationships/presProps" Target="/ppt/presProps.xml" Id="R1fa2d183005b4af4" /><Relationship Type="http://schemas.openxmlformats.org/officeDocument/2006/relationships/tableStyles" Target="/ppt/tableStyles.xml" Id="R237eba23a27e4f14" /><Relationship Type="http://schemas.openxmlformats.org/officeDocument/2006/relationships/slide" Target="/ppt/slides/slide1.xml" Id="Rdbc728bea1c84c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85628ca09f48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0121" dir="4293903">
              <a:srgbClr val="00236B">
                <a:alpha val="16000"/>
              </a:srgbClr>
            </a:outerShdw>
          </a:effectLst>
        </a:effectStyle>
        <a:effectStyle>
          <a:effectLst>
            <a:outerShdw blurRad="76200" dist="30121" dir="4293903">
              <a:srgbClr val="002B80">
                <a:alpha val="7000"/>
              </a:srgbClr>
            </a:outerShdw>
          </a:effectLst>
        </a:effectStyle>
        <a:effectStyle>
          <a:effectLst>
            <a:outerShdw blurRad="47625" dist="21299" dir="3806097">
              <a:srgbClr val="163E8F">
                <a:alpha val="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2b8fbd7e7d492f" /><Relationship Type="http://schemas.openxmlformats.org/officeDocument/2006/relationships/notesMaster" Target="/ppt/notesMasters/notesMaster1.xml" Id="Rc6a2e11a02da49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Generic demonstration slide reconstructed from a user-provided reference image. Local source paths were removed for public release.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e2f6b3a2b49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1440a2f45e4825" /><Relationship Type="http://schemas.openxmlformats.org/officeDocument/2006/relationships/slideLayout" Target="/ppt/slideLayouts/slideLayout1.xml" Id="Ra678d86f0d624f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78d86f0d624f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0121" dir="4293903">
              <a:srgbClr val="00236B">
                <a:alpha val="16000"/>
              </a:srgbClr>
            </a:outerShdw>
          </a:effectLst>
        </a:effectStyle>
        <a:effectStyle>
          <a:effectLst>
            <a:outerShdw blurRad="76200" dist="30121" dir="4293903">
              <a:srgbClr val="002B80">
                <a:alpha val="7000"/>
              </a:srgbClr>
            </a:outerShdw>
          </a:effectLst>
        </a:effectStyle>
        <a:effectStyle>
          <a:effectLst>
            <a:outerShdw blurRad="47625" dist="21299" dir="3806097">
              <a:srgbClr val="163E8F">
                <a:alpha val="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bf47209ba4a03" /><Relationship Type="http://schemas.openxmlformats.org/officeDocument/2006/relationships/image" Target="/ppt/media/image.png" Id="Rfd7233b9b28d41f0" /><Relationship Type="http://schemas.openxmlformats.org/officeDocument/2006/relationships/image" Target="/ppt/media/image2.png" Id="R4792d27dde064b70" /><Relationship Type="http://schemas.openxmlformats.org/officeDocument/2006/relationships/image" Target="/ppt/media/image3.png" Id="R1c075e4477314ce0" /><Relationship Type="http://schemas.openxmlformats.org/officeDocument/2006/relationships/image" Target="/ppt/media/image4.png" Id="Rc1e79d1ea332496d" /><Relationship Type="http://schemas.openxmlformats.org/officeDocument/2006/relationships/image" Target="/ppt/media/image5.png" Id="Rff9728caa03d49f0" /><Relationship Type="http://schemas.openxmlformats.org/officeDocument/2006/relationships/image" Target="/ppt/media/image6.png" Id="Racc819b25bde4338" /><Relationship Type="http://schemas.openxmlformats.org/officeDocument/2006/relationships/image" Target="/ppt/media/image7.png" Id="Rf5cdece04389462e" /><Relationship Type="http://schemas.openxmlformats.org/officeDocument/2006/relationships/image" Target="/ppt/media/image8.png" Id="R6728aaf19ed34010" /><Relationship Type="http://schemas.openxmlformats.org/officeDocument/2006/relationships/image" Target="/ppt/media/image9.png" Id="Rf2890fbb2fd14649" /><Relationship Type="http://schemas.openxmlformats.org/officeDocument/2006/relationships/image" Target="/ppt/media/image10.png" Id="R641be641d7fc41b3" /><Relationship Type="http://schemas.openxmlformats.org/officeDocument/2006/relationships/image" Target="/ppt/media/image11.png" Id="R24f1b1bdfa804a48" /><Relationship Type="http://schemas.openxmlformats.org/officeDocument/2006/relationships/image" Target="/ppt/media/image12.png" Id="Rc4701b1c0643499a" /><Relationship Type="http://schemas.openxmlformats.org/officeDocument/2006/relationships/image" Target="/ppt/media/image13.png" Id="Redea0ed9bc494d3f" /><Relationship Type="http://schemas.openxmlformats.org/officeDocument/2006/relationships/image" Target="/ppt/media/image14.png" Id="R30a6a056d3524f4c" /><Relationship Type="http://schemas.openxmlformats.org/officeDocument/2006/relationships/image" Target="/ppt/media/image15.png" Id="R0f1460d6d82a4ac8" /><Relationship Type="http://schemas.openxmlformats.org/officeDocument/2006/relationships/image" Target="/ppt/media/image16.png" Id="Re1d84626a52f44f4" /><Relationship Type="http://schemas.openxmlformats.org/officeDocument/2006/relationships/notesSlide" Target="/ppt/notesSlides/notesSlide1.xml" Id="Ra9ea2b1ae2cd4e63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100000">
              <a:srgbClr val="F2F3F3"/>
            </a:gs>
          </a:gsLst>
          <a:path path="shape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main-title">
            <a:extLst xmlns:a="http://schemas.openxmlformats.org/drawingml/2006/main">
              <a:ext uri="{FF2B5EF4-FFF2-40B4-BE49-F238E27FC236}">
                <a16:creationId xmlns:a16="http://schemas.microsoft.com/office/drawing/2014/main" id="{64EC0FBC-A5AB-4C8A-A747-19D55F8C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81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072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72F96"/>
                </a:solidFill>
                <a:latin typeface="Microsoft YaHei"/>
                <a:ea typeface="Microsoft YaHei"/>
                <a:cs typeface="Microsoft YaHei"/>
              </a:rPr>
              <a:t>智 能 自 动 化 测 试 架 构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EC06AF9-D680-4A28-BE4E-1398441A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866775"/>
            <a:ext cx="720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77" b="0">
                <a:solidFill>
                  <a:srgbClr val="072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77" b="0">
                <a:solidFill>
                  <a:srgbClr val="072F96"/>
                </a:solidFill>
                <a:latin typeface="Microsoft YaHei"/>
                <a:ea typeface="Microsoft YaHei"/>
                <a:cs typeface="Microsoft YaHei"/>
              </a:rPr>
              <a:t>覆 盖 部 署、录 制、执 行、分 析 与 自 愈 的 端 到 端 测 试 闭 环</a:t>
            </a:r>
          </a:p>
        </p:txBody>
      </p:sp>
      <p:sp>
        <p:nvSpPr>
          <p:cNvPr id="3" name="subtitle-rule-left">
            <a:extLst xmlns:a="http://schemas.openxmlformats.org/drawingml/2006/main">
              <a:ext uri="{FF2B5EF4-FFF2-40B4-BE49-F238E27FC236}">
                <a16:creationId xmlns:a16="http://schemas.microsoft.com/office/drawing/2014/main" id="{A340370D-A12E-4D1F-BD11-A39576CF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085850"/>
            <a:ext cx="657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A5BC9"/>
            </a:solidFill>
            <a:prstDash val="solid"/>
          </a:ln>
        </p:spPr>
      </p:sp>
      <p:sp>
        <p:nvSpPr>
          <p:cNvPr id="4" name="subtitle-dot-left">
            <a:extLst xmlns:a="http://schemas.openxmlformats.org/drawingml/2006/main">
              <a:ext uri="{FF2B5EF4-FFF2-40B4-BE49-F238E27FC236}">
                <a16:creationId xmlns:a16="http://schemas.microsoft.com/office/drawing/2014/main" id="{021060B7-8732-4165-841C-CA254B68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04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btitle-dot-right">
            <a:extLst xmlns:a="http://schemas.openxmlformats.org/drawingml/2006/main">
              <a:ext uri="{FF2B5EF4-FFF2-40B4-BE49-F238E27FC236}">
                <a16:creationId xmlns:a16="http://schemas.microsoft.com/office/drawing/2014/main" id="{B3F9EA1C-4482-4385-8DA2-FC6B97D9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ubtitle-rule-right">
            <a:extLst xmlns:a="http://schemas.openxmlformats.org/drawingml/2006/main">
              <a:ext uri="{FF2B5EF4-FFF2-40B4-BE49-F238E27FC236}">
                <a16:creationId xmlns:a16="http://schemas.microsoft.com/office/drawing/2014/main" id="{7379CECD-3153-4093-AC41-792A9D3A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085850"/>
            <a:ext cx="638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A5BC9"/>
            </a:solidFill>
            <a:prstDash val="solid"/>
          </a:ln>
        </p:spPr>
      </p:sp>
      <p:sp>
        <p:nvSpPr>
          <p:cNvPr id="7" name="automation-closed-loop-bracket">
            <a:extLst xmlns:a="http://schemas.openxmlformats.org/drawingml/2006/main">
              <a:ext uri="{FF2B5EF4-FFF2-40B4-BE49-F238E27FC236}">
                <a16:creationId xmlns:a16="http://schemas.microsoft.com/office/drawing/2014/main" id="{949FBFF2-9578-4593-8F3B-6603C9BE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2552700"/>
            <a:ext cx="15544800" cy="2486025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33338">
            <a:solidFill>
              <a:srgbClr val="0845C5"/>
            </a:solidFill>
            <a:prstDash val="solid"/>
          </a:ln>
        </p:spPr>
      </p:sp>
      <p:sp>
        <p:nvSpPr>
          <p:cNvPr id="8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3A67A62A-A45B-45C6-B298-80CCB53B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438400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D321257E-D808-49D4-9A39-86CB9DA8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4384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arrow-3">
            <a:extLst xmlns:a="http://schemas.openxmlformats.org/drawingml/2006/main">
              <a:ext uri="{FF2B5EF4-FFF2-40B4-BE49-F238E27FC236}">
                <a16:creationId xmlns:a16="http://schemas.microsoft.com/office/drawing/2014/main" id="{1A220AFB-98C3-4F01-9724-DCE3B51D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38400"/>
            <a:ext cx="4095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arrow-4">
            <a:extLst xmlns:a="http://schemas.openxmlformats.org/drawingml/2006/main">
              <a:ext uri="{FF2B5EF4-FFF2-40B4-BE49-F238E27FC236}">
                <a16:creationId xmlns:a16="http://schemas.microsoft.com/office/drawing/2014/main" id="{5282D3A2-CAFF-4E29-93EA-FE84A58A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438400"/>
            <a:ext cx="3714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osed-loop-entry-arrow">
            <a:extLst xmlns:a="http://schemas.openxmlformats.org/drawingml/2006/main">
              <a:ext uri="{FF2B5EF4-FFF2-40B4-BE49-F238E27FC236}">
                <a16:creationId xmlns:a16="http://schemas.microsoft.com/office/drawing/2014/main" id="{F6D9751F-8298-4D56-AB20-308BC4D3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43840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op-card-1-container">
            <a:extLst xmlns:a="http://schemas.openxmlformats.org/drawingml/2006/main">
              <a:ext uri="{FF2B5EF4-FFF2-40B4-BE49-F238E27FC236}">
                <a16:creationId xmlns:a16="http://schemas.microsoft.com/office/drawing/2014/main" id="{F70B338C-2B75-487B-9B70-8D42C171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2609850" cy="3267075"/>
          </a:xfrm>
          <a:prstGeom xmlns:a="http://schemas.openxmlformats.org/drawingml/2006/main" prst="roundRect">
            <a:avLst>
              <a:gd name="adj" fmla="val 32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5C86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1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233b9b28d41f0"/>
          <a:stretch xmlns:a="http://schemas.openxmlformats.org/drawingml/2006/main"/>
        </p:blipFill>
        <p:spPr>
          <a:xfrm xmlns:a="http://schemas.openxmlformats.org/drawingml/2006/main">
            <a:off x="1524000" y="15716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15" name="top-card-1-divider">
            <a:extLst xmlns:a="http://schemas.openxmlformats.org/drawingml/2006/main">
              <a:ext uri="{FF2B5EF4-FFF2-40B4-BE49-F238E27FC236}">
                <a16:creationId xmlns:a16="http://schemas.microsoft.com/office/drawing/2014/main" id="{FCACD76E-EDEA-44A8-99F7-ABAC9F43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D91E6"/>
            </a:solidFill>
            <a:prstDash val="dot"/>
          </a:ln>
        </p:spPr>
      </p:sp>
      <p:sp>
        <p:nvSpPr>
          <p:cNvPr id="16" name="top-card-1-row-1-bullet">
            <a:extLst xmlns:a="http://schemas.openxmlformats.org/drawingml/2006/main">
              <a:ext uri="{FF2B5EF4-FFF2-40B4-BE49-F238E27FC236}">
                <a16:creationId xmlns:a16="http://schemas.microsoft.com/office/drawing/2014/main" id="{585039FD-5FF3-4C35-B7A9-C9238600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op-card-1-row-1-text">
            <a:extLst xmlns:a="http://schemas.openxmlformats.org/drawingml/2006/main">
              <a:ext uri="{FF2B5EF4-FFF2-40B4-BE49-F238E27FC236}">
                <a16:creationId xmlns:a16="http://schemas.microsoft.com/office/drawing/2014/main" id="{DEA66C1A-D9BE-4C58-91AB-FDC048EA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绿色安装包，开箱即用</a:t>
            </a:r>
          </a:p>
        </p:txBody>
      </p:sp>
      <p:sp>
        <p:nvSpPr>
          <p:cNvPr id="18" name="top-card-1-row-2-bullet">
            <a:extLst xmlns:a="http://schemas.openxmlformats.org/drawingml/2006/main">
              <a:ext uri="{FF2B5EF4-FFF2-40B4-BE49-F238E27FC236}">
                <a16:creationId xmlns:a16="http://schemas.microsoft.com/office/drawing/2014/main" id="{45C28EF2-53CC-4E9D-ABD7-6787E0B4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194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op-card-1-row-2-text">
            <a:extLst xmlns:a="http://schemas.openxmlformats.org/drawingml/2006/main">
              <a:ext uri="{FF2B5EF4-FFF2-40B4-BE49-F238E27FC236}">
                <a16:creationId xmlns:a16="http://schemas.microsoft.com/office/drawing/2014/main" id="{90823C57-9F29-47B0-AA9D-8BD01097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免安装 / 轻量化</a:t>
            </a:r>
          </a:p>
        </p:txBody>
      </p:sp>
      <p:sp>
        <p:nvSpPr>
          <p:cNvPr id="20" name="top-card-1-row-3-bullet">
            <a:extLst xmlns:a="http://schemas.openxmlformats.org/drawingml/2006/main">
              <a:ext uri="{FF2B5EF4-FFF2-40B4-BE49-F238E27FC236}">
                <a16:creationId xmlns:a16="http://schemas.microsoft.com/office/drawing/2014/main" id="{57C6F510-4FC0-4A61-A567-42179788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op-card-1-row-3-text">
            <a:extLst xmlns:a="http://schemas.openxmlformats.org/drawingml/2006/main">
              <a:ext uri="{FF2B5EF4-FFF2-40B4-BE49-F238E27FC236}">
                <a16:creationId xmlns:a16="http://schemas.microsoft.com/office/drawing/2014/main" id="{8DFF3C0F-2FEC-4198-8AE0-303946A3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环境快速初始化</a:t>
            </a:r>
          </a:p>
        </p:txBody>
      </p:sp>
      <p:sp>
        <p:nvSpPr>
          <p:cNvPr id="22" name="top-card-1-row-4-bullet">
            <a:extLst xmlns:a="http://schemas.openxmlformats.org/drawingml/2006/main">
              <a:ext uri="{FF2B5EF4-FFF2-40B4-BE49-F238E27FC236}">
                <a16:creationId xmlns:a16="http://schemas.microsoft.com/office/drawing/2014/main" id="{854C7598-7BD2-4DCA-B3C7-4BC4B578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480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op-card-1-row-4-text">
            <a:extLst xmlns:a="http://schemas.openxmlformats.org/drawingml/2006/main">
              <a:ext uri="{FF2B5EF4-FFF2-40B4-BE49-F238E27FC236}">
                <a16:creationId xmlns:a16="http://schemas.microsoft.com/office/drawing/2014/main" id="{25769E16-E560-4C6F-86D5-FBA63924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52825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本地部署，安全可控</a:t>
            </a:r>
          </a:p>
        </p:txBody>
      </p:sp>
      <p:sp>
        <p:nvSpPr>
          <p:cNvPr id="24" name="top-card-1-footer">
            <a:extLst xmlns:a="http://schemas.openxmlformats.org/drawingml/2006/main">
              <a:ext uri="{FF2B5EF4-FFF2-40B4-BE49-F238E27FC236}">
                <a16:creationId xmlns:a16="http://schemas.microsoft.com/office/drawing/2014/main" id="{FD9020C9-B285-46F8-92C6-26D6A9BE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609850" cy="685800"/>
          </a:xfrm>
          <a:prstGeom xmlns:a="http://schemas.openxmlformats.org/drawingml/2006/main" prst="roundRect">
            <a:avLst>
              <a:gd name="adj" fmla="val 11111"/>
            </a:avLst>
          </a:prstGeom>
          <a:gradFill xmlns:a="http://schemas.openxmlformats.org/drawingml/2006/main">
            <a:gsLst>
              <a:gs pos="0">
                <a:srgbClr val="0A56D8"/>
              </a:gs>
              <a:gs pos="100000">
                <a:srgbClr val="0635B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5" name="top-card-1-footer-square-top">
            <a:extLst xmlns:a="http://schemas.openxmlformats.org/drawingml/2006/main">
              <a:ext uri="{FF2B5EF4-FFF2-40B4-BE49-F238E27FC236}">
                <a16:creationId xmlns:a16="http://schemas.microsoft.com/office/drawing/2014/main" id="{298B2730-8BC2-4277-BAE8-82D5B951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609850" cy="95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56D8"/>
              </a:gs>
              <a:gs pos="100000">
                <a:srgbClr val="0635B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6" name="top-card-1-number-circle">
            <a:extLst xmlns:a="http://schemas.openxmlformats.org/drawingml/2006/main">
              <a:ext uri="{FF2B5EF4-FFF2-40B4-BE49-F238E27FC236}">
                <a16:creationId xmlns:a16="http://schemas.microsoft.com/office/drawing/2014/main" id="{AFA9129A-E0DC-4A84-B931-1AEA5F7D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op-card-1-number">
            <a:extLst xmlns:a="http://schemas.openxmlformats.org/drawingml/2006/main">
              <a:ext uri="{FF2B5EF4-FFF2-40B4-BE49-F238E27FC236}">
                <a16:creationId xmlns:a16="http://schemas.microsoft.com/office/drawing/2014/main" id="{89835494-FA19-42FF-81C1-C90F6344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409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845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45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top-card-1-footer-title">
            <a:extLst xmlns:a="http://schemas.openxmlformats.org/drawingml/2006/main">
              <a:ext uri="{FF2B5EF4-FFF2-40B4-BE49-F238E27FC236}">
                <a16:creationId xmlns:a16="http://schemas.microsoft.com/office/drawing/2014/main" id="{D900B93F-33DA-427C-8855-5EC16448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24325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绿色安装包一键部署</a:t>
            </a:r>
          </a:p>
        </p:txBody>
      </p:sp>
      <p:sp>
        <p:nvSpPr>
          <p:cNvPr id="29" name="top-card-2-container">
            <a:extLst xmlns:a="http://schemas.openxmlformats.org/drawingml/2006/main">
              <a:ext uri="{FF2B5EF4-FFF2-40B4-BE49-F238E27FC236}">
                <a16:creationId xmlns:a16="http://schemas.microsoft.com/office/drawing/2014/main" id="{F5BBD868-355D-4BAD-BA9A-DFC9681C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419225"/>
            <a:ext cx="2505075" cy="3267075"/>
          </a:xfrm>
          <a:prstGeom xmlns:a="http://schemas.openxmlformats.org/drawingml/2006/main" prst="roundRect">
            <a:avLst>
              <a:gd name="adj" fmla="val 34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5C86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1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2d27dde064b70"/>
          <a:stretch xmlns:a="http://schemas.openxmlformats.org/drawingml/2006/main"/>
        </p:blipFill>
        <p:spPr>
          <a:xfrm xmlns:a="http://schemas.openxmlformats.org/drawingml/2006/main">
            <a:off x="4552950" y="1571625"/>
            <a:ext cx="771525" cy="742950"/>
          </a:xfrm>
          <a:prstGeom xmlns:a="http://schemas.openxmlformats.org/drawingml/2006/main" prst="rect">
            <a:avLst/>
          </a:prstGeom>
        </p:spPr>
      </p:pic>
      <p:sp>
        <p:nvSpPr>
          <p:cNvPr id="31" name="top-card-2-divider">
            <a:extLst xmlns:a="http://schemas.openxmlformats.org/drawingml/2006/main">
              <a:ext uri="{FF2B5EF4-FFF2-40B4-BE49-F238E27FC236}">
                <a16:creationId xmlns:a16="http://schemas.microsoft.com/office/drawing/2014/main" id="{1CE4D77D-2AA1-4EBB-9663-6C8E2A51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669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D91E6"/>
            </a:solidFill>
            <a:prstDash val="dot"/>
          </a:ln>
        </p:spPr>
      </p:sp>
      <p:sp>
        <p:nvSpPr>
          <p:cNvPr id="32" name="top-card-2-row-1-bullet">
            <a:extLst xmlns:a="http://schemas.openxmlformats.org/drawingml/2006/main">
              <a:ext uri="{FF2B5EF4-FFF2-40B4-BE49-F238E27FC236}">
                <a16:creationId xmlns:a16="http://schemas.microsoft.com/office/drawing/2014/main" id="{DAC3DBF9-000A-446E-A316-14C4ECF7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05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op-card-2-row-1-text">
            <a:extLst xmlns:a="http://schemas.openxmlformats.org/drawingml/2006/main">
              <a:ext uri="{FF2B5EF4-FFF2-40B4-BE49-F238E27FC236}">
                <a16:creationId xmlns:a16="http://schemas.microsoft.com/office/drawing/2014/main" id="{072837F1-E18B-4B46-B3A5-96ED9B6F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0985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可视化脚本录制</a:t>
            </a:r>
          </a:p>
        </p:txBody>
      </p:sp>
      <p:sp>
        <p:nvSpPr>
          <p:cNvPr id="34" name="top-card-2-row-2-bullet">
            <a:extLst xmlns:a="http://schemas.openxmlformats.org/drawingml/2006/main">
              <a:ext uri="{FF2B5EF4-FFF2-40B4-BE49-F238E27FC236}">
                <a16:creationId xmlns:a16="http://schemas.microsoft.com/office/drawing/2014/main" id="{393F7E0A-36A2-4225-A44B-5123F82D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194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op-card-2-row-2-text">
            <a:extLst xmlns:a="http://schemas.openxmlformats.org/drawingml/2006/main">
              <a:ext uri="{FF2B5EF4-FFF2-40B4-BE49-F238E27FC236}">
                <a16:creationId xmlns:a16="http://schemas.microsoft.com/office/drawing/2014/main" id="{052397B3-4F92-4E9A-8490-267FDBD5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924175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自动生成测试脚本</a:t>
            </a:r>
          </a:p>
        </p:txBody>
      </p:sp>
      <p:sp>
        <p:nvSpPr>
          <p:cNvPr id="36" name="top-card-2-row-3-bullet">
            <a:extLst xmlns:a="http://schemas.openxmlformats.org/drawingml/2006/main">
              <a:ext uri="{FF2B5EF4-FFF2-40B4-BE49-F238E27FC236}">
                <a16:creationId xmlns:a16="http://schemas.microsoft.com/office/drawing/2014/main" id="{1024FC4E-5ED7-48CF-A798-14AD10DC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33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op-card-2-row-3-text">
            <a:extLst xmlns:a="http://schemas.openxmlformats.org/drawingml/2006/main">
              <a:ext uri="{FF2B5EF4-FFF2-40B4-BE49-F238E27FC236}">
                <a16:creationId xmlns:a16="http://schemas.microsoft.com/office/drawing/2014/main" id="{9C2B2CC5-1137-4726-A205-796AFDC6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3850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低代码编辑与维护</a:t>
            </a:r>
          </a:p>
        </p:txBody>
      </p:sp>
      <p:sp>
        <p:nvSpPr>
          <p:cNvPr id="38" name="top-card-2-row-4-bullet">
            <a:extLst xmlns:a="http://schemas.openxmlformats.org/drawingml/2006/main">
              <a:ext uri="{FF2B5EF4-FFF2-40B4-BE49-F238E27FC236}">
                <a16:creationId xmlns:a16="http://schemas.microsoft.com/office/drawing/2014/main" id="{CC3C42C6-8359-43EC-B4A5-4B2CF6AE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480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op-card-2-row-4-text">
            <a:extLst xmlns:a="http://schemas.openxmlformats.org/drawingml/2006/main">
              <a:ext uri="{FF2B5EF4-FFF2-40B4-BE49-F238E27FC236}">
                <a16:creationId xmlns:a16="http://schemas.microsoft.com/office/drawing/2014/main" id="{DBB60AA9-B73A-48FB-8AFA-6C49E3B4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552825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支持多种协议 / 技术栈</a:t>
            </a:r>
          </a:p>
        </p:txBody>
      </p:sp>
      <p:sp>
        <p:nvSpPr>
          <p:cNvPr id="40" name="top-card-2-footer">
            <a:extLst xmlns:a="http://schemas.openxmlformats.org/drawingml/2006/main">
              <a:ext uri="{FF2B5EF4-FFF2-40B4-BE49-F238E27FC236}">
                <a16:creationId xmlns:a16="http://schemas.microsoft.com/office/drawing/2014/main" id="{62C8AA5B-BDCA-4B0C-803B-FACEDEC6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00500"/>
            <a:ext cx="2505075" cy="685800"/>
          </a:xfrm>
          <a:prstGeom xmlns:a="http://schemas.openxmlformats.org/drawingml/2006/main" prst="roundRect">
            <a:avLst>
              <a:gd name="adj" fmla="val 11111"/>
            </a:avLst>
          </a:prstGeom>
          <a:gradFill xmlns:a="http://schemas.openxmlformats.org/drawingml/2006/main">
            <a:gsLst>
              <a:gs pos="0">
                <a:srgbClr val="0A56D8"/>
              </a:gs>
              <a:gs pos="100000">
                <a:srgbClr val="0635B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1" name="top-card-2-footer-square-top">
            <a:extLst xmlns:a="http://schemas.openxmlformats.org/drawingml/2006/main">
              <a:ext uri="{FF2B5EF4-FFF2-40B4-BE49-F238E27FC236}">
                <a16:creationId xmlns:a16="http://schemas.microsoft.com/office/drawing/2014/main" id="{796C4AF1-43E7-464A-A820-C1EBD043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00500"/>
            <a:ext cx="2505075" cy="95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56D8"/>
              </a:gs>
              <a:gs pos="100000">
                <a:srgbClr val="0635B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2" name="top-card-2-number-circle">
            <a:extLst xmlns:a="http://schemas.openxmlformats.org/drawingml/2006/main">
              <a:ext uri="{FF2B5EF4-FFF2-40B4-BE49-F238E27FC236}">
                <a16:creationId xmlns:a16="http://schemas.microsoft.com/office/drawing/2014/main" id="{4EB5B79E-EC5C-4046-966F-E221699D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4337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op-card-2-number">
            <a:extLst xmlns:a="http://schemas.openxmlformats.org/drawingml/2006/main">
              <a:ext uri="{FF2B5EF4-FFF2-40B4-BE49-F238E27FC236}">
                <a16:creationId xmlns:a16="http://schemas.microsoft.com/office/drawing/2014/main" id="{5CA6B3AA-65EB-4AFB-A168-E552AD1E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24325"/>
            <a:ext cx="409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845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45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4" name="top-card-2-footer-title">
            <a:extLst xmlns:a="http://schemas.openxmlformats.org/drawingml/2006/main">
              <a:ext uri="{FF2B5EF4-FFF2-40B4-BE49-F238E27FC236}">
                <a16:creationId xmlns:a16="http://schemas.microsoft.com/office/drawing/2014/main" id="{5FB1CCFF-A404-474B-9C4B-8F50E394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24325"/>
            <a:ext cx="1857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可视化脚本录制</a:t>
            </a:r>
          </a:p>
        </p:txBody>
      </p:sp>
      <p:sp>
        <p:nvSpPr>
          <p:cNvPr id="45" name="top-card-3-container">
            <a:extLst xmlns:a="http://schemas.openxmlformats.org/drawingml/2006/main">
              <a:ext uri="{FF2B5EF4-FFF2-40B4-BE49-F238E27FC236}">
                <a16:creationId xmlns:a16="http://schemas.microsoft.com/office/drawing/2014/main" id="{024BBF69-5321-4178-A49B-3620A298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19225"/>
            <a:ext cx="2543175" cy="3267075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5C86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75e4477314ce0"/>
          <a:stretch xmlns:a="http://schemas.openxmlformats.org/drawingml/2006/main"/>
        </p:blipFill>
        <p:spPr>
          <a:xfrm xmlns:a="http://schemas.openxmlformats.org/drawingml/2006/main">
            <a:off x="7581900" y="1581150"/>
            <a:ext cx="723900" cy="742950"/>
          </a:xfrm>
          <a:prstGeom xmlns:a="http://schemas.openxmlformats.org/drawingml/2006/main" prst="rect">
            <a:avLst/>
          </a:prstGeom>
        </p:spPr>
      </p:pic>
      <p:sp>
        <p:nvSpPr>
          <p:cNvPr id="47" name="top-card-3-divider">
            <a:extLst xmlns:a="http://schemas.openxmlformats.org/drawingml/2006/main">
              <a:ext uri="{FF2B5EF4-FFF2-40B4-BE49-F238E27FC236}">
                <a16:creationId xmlns:a16="http://schemas.microsoft.com/office/drawing/2014/main" id="{20707B22-9188-4BDC-A50B-4B5E992C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66975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D91E6"/>
            </a:solidFill>
            <a:prstDash val="dot"/>
          </a:ln>
        </p:spPr>
      </p:sp>
      <p:sp>
        <p:nvSpPr>
          <p:cNvPr id="48" name="top-card-3-row-1-bullet">
            <a:extLst xmlns:a="http://schemas.openxmlformats.org/drawingml/2006/main">
              <a:ext uri="{FF2B5EF4-FFF2-40B4-BE49-F238E27FC236}">
                <a16:creationId xmlns:a16="http://schemas.microsoft.com/office/drawing/2014/main" id="{256136DF-C189-4896-8D89-B18EBBB0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05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op-card-3-row-1-text">
            <a:extLst xmlns:a="http://schemas.openxmlformats.org/drawingml/2006/main">
              <a:ext uri="{FF2B5EF4-FFF2-40B4-BE49-F238E27FC236}">
                <a16:creationId xmlns:a16="http://schemas.microsoft.com/office/drawing/2014/main" id="{ACACE8BF-BF97-4A8C-B8DB-07E8EA6A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9850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脚本一键运行</a:t>
            </a:r>
          </a:p>
        </p:txBody>
      </p:sp>
      <p:sp>
        <p:nvSpPr>
          <p:cNvPr id="50" name="top-card-3-row-2-bullet">
            <a:extLst xmlns:a="http://schemas.openxmlformats.org/drawingml/2006/main">
              <a:ext uri="{FF2B5EF4-FFF2-40B4-BE49-F238E27FC236}">
                <a16:creationId xmlns:a16="http://schemas.microsoft.com/office/drawing/2014/main" id="{D6AC1D70-3756-4CED-9C71-0F57F239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194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op-card-3-row-2-text">
            <a:extLst xmlns:a="http://schemas.openxmlformats.org/drawingml/2006/main">
              <a:ext uri="{FF2B5EF4-FFF2-40B4-BE49-F238E27FC236}">
                <a16:creationId xmlns:a16="http://schemas.microsoft.com/office/drawing/2014/main" id="{9CC74D6B-5B09-4E5B-BC92-34C7720B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24175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批量执行 / 定时调度</a:t>
            </a:r>
          </a:p>
        </p:txBody>
      </p:sp>
      <p:sp>
        <p:nvSpPr>
          <p:cNvPr id="52" name="top-card-3-row-3-bullet">
            <a:extLst xmlns:a="http://schemas.openxmlformats.org/drawingml/2006/main">
              <a:ext uri="{FF2B5EF4-FFF2-40B4-BE49-F238E27FC236}">
                <a16:creationId xmlns:a16="http://schemas.microsoft.com/office/drawing/2014/main" id="{5434145A-A430-4721-9C1E-E4044AB0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33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op-card-3-row-3-text">
            <a:extLst xmlns:a="http://schemas.openxmlformats.org/drawingml/2006/main">
              <a:ext uri="{FF2B5EF4-FFF2-40B4-BE49-F238E27FC236}">
                <a16:creationId xmlns:a16="http://schemas.microsoft.com/office/drawing/2014/main" id="{9FB00CDA-B371-44A2-AC04-5BAED1ED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38500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多环境运行 / 并发测试</a:t>
            </a:r>
          </a:p>
        </p:txBody>
      </p:sp>
      <p:sp>
        <p:nvSpPr>
          <p:cNvPr id="54" name="top-card-3-row-4-bullet">
            <a:extLst xmlns:a="http://schemas.openxmlformats.org/drawingml/2006/main">
              <a:ext uri="{FF2B5EF4-FFF2-40B4-BE49-F238E27FC236}">
                <a16:creationId xmlns:a16="http://schemas.microsoft.com/office/drawing/2014/main" id="{7101EA09-86DB-47DE-A78B-88D1A067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480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top-card-3-row-4-text">
            <a:extLst xmlns:a="http://schemas.openxmlformats.org/drawingml/2006/main">
              <a:ext uri="{FF2B5EF4-FFF2-40B4-BE49-F238E27FC236}">
                <a16:creationId xmlns:a16="http://schemas.microsoft.com/office/drawing/2014/main" id="{06C9C2FF-DD7E-48CF-A3AD-071DCF97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52825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实时日志与进度监控</a:t>
            </a:r>
          </a:p>
        </p:txBody>
      </p:sp>
      <p:sp>
        <p:nvSpPr>
          <p:cNvPr id="56" name="top-card-3-footer">
            <a:extLst xmlns:a="http://schemas.openxmlformats.org/drawingml/2006/main">
              <a:ext uri="{FF2B5EF4-FFF2-40B4-BE49-F238E27FC236}">
                <a16:creationId xmlns:a16="http://schemas.microsoft.com/office/drawing/2014/main" id="{BB276125-0CB7-471B-82B3-9D1DF45B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2543175" cy="685800"/>
          </a:xfrm>
          <a:prstGeom xmlns:a="http://schemas.openxmlformats.org/drawingml/2006/main" prst="roundRect">
            <a:avLst>
              <a:gd name="adj" fmla="val 11111"/>
            </a:avLst>
          </a:prstGeom>
          <a:gradFill xmlns:a="http://schemas.openxmlformats.org/drawingml/2006/main">
            <a:gsLst>
              <a:gs pos="0">
                <a:srgbClr val="0A56D8"/>
              </a:gs>
              <a:gs pos="100000">
                <a:srgbClr val="0635B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7" name="top-card-3-footer-square-top">
            <a:extLst xmlns:a="http://schemas.openxmlformats.org/drawingml/2006/main">
              <a:ext uri="{FF2B5EF4-FFF2-40B4-BE49-F238E27FC236}">
                <a16:creationId xmlns:a16="http://schemas.microsoft.com/office/drawing/2014/main" id="{8C689709-22F0-48FA-9A97-F45E1FC5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2543175" cy="95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56D8"/>
              </a:gs>
              <a:gs pos="100000">
                <a:srgbClr val="0635B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8" name="top-card-3-number-circle">
            <a:extLst xmlns:a="http://schemas.openxmlformats.org/drawingml/2006/main">
              <a:ext uri="{FF2B5EF4-FFF2-40B4-BE49-F238E27FC236}">
                <a16:creationId xmlns:a16="http://schemas.microsoft.com/office/drawing/2014/main" id="{6E84413A-FDE6-4CA2-B8FE-77ABF414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4337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top-card-3-number">
            <a:extLst xmlns:a="http://schemas.openxmlformats.org/drawingml/2006/main">
              <a:ext uri="{FF2B5EF4-FFF2-40B4-BE49-F238E27FC236}">
                <a16:creationId xmlns:a16="http://schemas.microsoft.com/office/drawing/2014/main" id="{ADCD1729-2939-4A1E-AEB3-D5B5AFB6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24325"/>
            <a:ext cx="409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845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45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0" name="top-card-3-footer-title">
            <a:extLst xmlns:a="http://schemas.openxmlformats.org/drawingml/2006/main">
              <a:ext uri="{FF2B5EF4-FFF2-40B4-BE49-F238E27FC236}">
                <a16:creationId xmlns:a16="http://schemas.microsoft.com/office/drawing/2014/main" id="{3F66E158-001B-43F8-B0D9-BEAF818C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124325"/>
            <a:ext cx="1895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脚本一键运行</a:t>
            </a:r>
          </a:p>
        </p:txBody>
      </p:sp>
      <p:sp>
        <p:nvSpPr>
          <p:cNvPr id="61" name="top-card-4-container">
            <a:extLst xmlns:a="http://schemas.openxmlformats.org/drawingml/2006/main">
              <a:ext uri="{FF2B5EF4-FFF2-40B4-BE49-F238E27FC236}">
                <a16:creationId xmlns:a16="http://schemas.microsoft.com/office/drawing/2014/main" id="{1278827C-7BF5-42B2-9C88-AFBB8105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419225"/>
            <a:ext cx="2552700" cy="3267075"/>
          </a:xfrm>
          <a:prstGeom xmlns:a="http://schemas.openxmlformats.org/drawingml/2006/main" prst="roundRect">
            <a:avLst>
              <a:gd name="adj" fmla="val 33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5C86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2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79d1ea332496d"/>
          <a:stretch xmlns:a="http://schemas.openxmlformats.org/drawingml/2006/main"/>
        </p:blipFill>
        <p:spPr>
          <a:xfrm xmlns:a="http://schemas.openxmlformats.org/drawingml/2006/main">
            <a:off x="10534650" y="1562100"/>
            <a:ext cx="819150" cy="762000"/>
          </a:xfrm>
          <a:prstGeom xmlns:a="http://schemas.openxmlformats.org/drawingml/2006/main" prst="rect">
            <a:avLst/>
          </a:prstGeom>
        </p:spPr>
      </p:pic>
      <p:sp>
        <p:nvSpPr>
          <p:cNvPr id="63" name="top-card-4-divider">
            <a:extLst xmlns:a="http://schemas.openxmlformats.org/drawingml/2006/main">
              <a:ext uri="{FF2B5EF4-FFF2-40B4-BE49-F238E27FC236}">
                <a16:creationId xmlns:a16="http://schemas.microsoft.com/office/drawing/2014/main" id="{2C092F12-E7DE-47A0-80C4-847B70B4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466975"/>
            <a:ext cx="2085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D91E6"/>
            </a:solidFill>
            <a:prstDash val="dot"/>
          </a:ln>
        </p:spPr>
      </p:sp>
      <p:sp>
        <p:nvSpPr>
          <p:cNvPr id="64" name="top-card-4-row-1-bullet">
            <a:extLst xmlns:a="http://schemas.openxmlformats.org/drawingml/2006/main">
              <a:ext uri="{FF2B5EF4-FFF2-40B4-BE49-F238E27FC236}">
                <a16:creationId xmlns:a16="http://schemas.microsoft.com/office/drawing/2014/main" id="{C4CB211B-7291-477A-9559-AD9188CB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705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top-card-4-row-1-text">
            <a:extLst xmlns:a="http://schemas.openxmlformats.org/drawingml/2006/main">
              <a:ext uri="{FF2B5EF4-FFF2-40B4-BE49-F238E27FC236}">
                <a16:creationId xmlns:a16="http://schemas.microsoft.com/office/drawing/2014/main" id="{C23EAB2A-0979-47BE-80FE-3331C622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09850"/>
            <a:ext cx="1990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运行结果智能分析</a:t>
            </a:r>
          </a:p>
        </p:txBody>
      </p:sp>
      <p:sp>
        <p:nvSpPr>
          <p:cNvPr id="66" name="top-card-4-row-2-bullet">
            <a:extLst xmlns:a="http://schemas.openxmlformats.org/drawingml/2006/main">
              <a:ext uri="{FF2B5EF4-FFF2-40B4-BE49-F238E27FC236}">
                <a16:creationId xmlns:a16="http://schemas.microsoft.com/office/drawing/2014/main" id="{8112367C-5B8B-4D8F-93AE-BA57B774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0194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top-card-4-row-2-text">
            <a:extLst xmlns:a="http://schemas.openxmlformats.org/drawingml/2006/main">
              <a:ext uri="{FF2B5EF4-FFF2-40B4-BE49-F238E27FC236}">
                <a16:creationId xmlns:a16="http://schemas.microsoft.com/office/drawing/2014/main" id="{A9A387CB-C826-4AFD-AB9E-65CA86C6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924175"/>
            <a:ext cx="1990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失败原因定位与分析</a:t>
            </a:r>
          </a:p>
        </p:txBody>
      </p:sp>
      <p:sp>
        <p:nvSpPr>
          <p:cNvPr id="68" name="top-card-4-row-3-bullet">
            <a:extLst xmlns:a="http://schemas.openxmlformats.org/drawingml/2006/main">
              <a:ext uri="{FF2B5EF4-FFF2-40B4-BE49-F238E27FC236}">
                <a16:creationId xmlns:a16="http://schemas.microsoft.com/office/drawing/2014/main" id="{6B071CE1-5F79-4D0F-9019-8B14A744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333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top-card-4-row-3-text">
            <a:extLst xmlns:a="http://schemas.openxmlformats.org/drawingml/2006/main">
              <a:ext uri="{FF2B5EF4-FFF2-40B4-BE49-F238E27FC236}">
                <a16:creationId xmlns:a16="http://schemas.microsoft.com/office/drawing/2014/main" id="{2CFB0474-CD2C-421D-AAD1-B900CD5A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38500"/>
            <a:ext cx="1990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趋势洞察与质量评估</a:t>
            </a:r>
          </a:p>
        </p:txBody>
      </p:sp>
      <p:sp>
        <p:nvSpPr>
          <p:cNvPr id="70" name="top-card-4-row-4-bullet">
            <a:extLst xmlns:a="http://schemas.openxmlformats.org/drawingml/2006/main">
              <a:ext uri="{FF2B5EF4-FFF2-40B4-BE49-F238E27FC236}">
                <a16:creationId xmlns:a16="http://schemas.microsoft.com/office/drawing/2014/main" id="{BC3A4E5D-F185-4377-B6CA-B6C2B57E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6480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top-card-4-row-4-text">
            <a:extLst xmlns:a="http://schemas.openxmlformats.org/drawingml/2006/main">
              <a:ext uri="{FF2B5EF4-FFF2-40B4-BE49-F238E27FC236}">
                <a16:creationId xmlns:a16="http://schemas.microsoft.com/office/drawing/2014/main" id="{57B872E0-F531-4F6D-A513-E004F3E4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552825"/>
            <a:ext cx="1990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可视化报告与看板</a:t>
            </a:r>
          </a:p>
        </p:txBody>
      </p:sp>
      <p:sp>
        <p:nvSpPr>
          <p:cNvPr id="72" name="top-card-4-footer">
            <a:extLst xmlns:a="http://schemas.openxmlformats.org/drawingml/2006/main">
              <a:ext uri="{FF2B5EF4-FFF2-40B4-BE49-F238E27FC236}">
                <a16:creationId xmlns:a16="http://schemas.microsoft.com/office/drawing/2014/main" id="{02DAFB78-2F66-4D0F-B8F3-F71A71D1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0"/>
            <a:ext cx="2552700" cy="685800"/>
          </a:xfrm>
          <a:prstGeom xmlns:a="http://schemas.openxmlformats.org/drawingml/2006/main" prst="roundRect">
            <a:avLst>
              <a:gd name="adj" fmla="val 11111"/>
            </a:avLst>
          </a:prstGeom>
          <a:gradFill xmlns:a="http://schemas.openxmlformats.org/drawingml/2006/main">
            <a:gsLst>
              <a:gs pos="0">
                <a:srgbClr val="0A56D8"/>
              </a:gs>
              <a:gs pos="100000">
                <a:srgbClr val="0635B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73" name="top-card-4-footer-square-top">
            <a:extLst xmlns:a="http://schemas.openxmlformats.org/drawingml/2006/main">
              <a:ext uri="{FF2B5EF4-FFF2-40B4-BE49-F238E27FC236}">
                <a16:creationId xmlns:a16="http://schemas.microsoft.com/office/drawing/2014/main" id="{8DA7743E-2610-495A-B7DB-C088C592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0"/>
            <a:ext cx="2552700" cy="95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56D8"/>
              </a:gs>
              <a:gs pos="100000">
                <a:srgbClr val="0635B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74" name="top-card-4-number-circle">
            <a:extLst xmlns:a="http://schemas.openxmlformats.org/drawingml/2006/main">
              <a:ext uri="{FF2B5EF4-FFF2-40B4-BE49-F238E27FC236}">
                <a16:creationId xmlns:a16="http://schemas.microsoft.com/office/drawing/2014/main" id="{B4D69FCD-835C-4B95-B8FB-19EC1B26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14337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top-card-4-number">
            <a:extLst xmlns:a="http://schemas.openxmlformats.org/drawingml/2006/main">
              <a:ext uri="{FF2B5EF4-FFF2-40B4-BE49-F238E27FC236}">
                <a16:creationId xmlns:a16="http://schemas.microsoft.com/office/drawing/2014/main" id="{ADB14FEF-675C-41D2-AAB2-09B27BBD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124325"/>
            <a:ext cx="409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845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45C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6" name="top-card-4-footer-title">
            <a:extLst xmlns:a="http://schemas.openxmlformats.org/drawingml/2006/main">
              <a:ext uri="{FF2B5EF4-FFF2-40B4-BE49-F238E27FC236}">
                <a16:creationId xmlns:a16="http://schemas.microsoft.com/office/drawing/2014/main" id="{9C881710-B937-4ED2-BCAC-FA7C8E00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124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运行结果智能分析</a:t>
            </a:r>
          </a:p>
        </p:txBody>
      </p:sp>
      <p:sp>
        <p:nvSpPr>
          <p:cNvPr id="77" name="top-card-5-container">
            <a:extLst xmlns:a="http://schemas.openxmlformats.org/drawingml/2006/main">
              <a:ext uri="{FF2B5EF4-FFF2-40B4-BE49-F238E27FC236}">
                <a16:creationId xmlns:a16="http://schemas.microsoft.com/office/drawing/2014/main" id="{CA8EF90F-662C-41C9-A371-CEB0B574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1419225"/>
            <a:ext cx="2667000" cy="3267075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5C86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2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728caa03d49f0"/>
          <a:stretch xmlns:a="http://schemas.openxmlformats.org/drawingml/2006/main"/>
        </p:blipFill>
        <p:spPr>
          <a:xfrm xmlns:a="http://schemas.openxmlformats.org/drawingml/2006/main">
            <a:off x="13563600" y="1552575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79" name="top-card-5-divider">
            <a:extLst xmlns:a="http://schemas.openxmlformats.org/drawingml/2006/main">
              <a:ext uri="{FF2B5EF4-FFF2-40B4-BE49-F238E27FC236}">
                <a16:creationId xmlns:a16="http://schemas.microsoft.com/office/drawing/2014/main" id="{4BC74634-B7A9-491C-83A2-FE1EA105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2466975"/>
            <a:ext cx="2200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D91E6"/>
            </a:solidFill>
            <a:prstDash val="dot"/>
          </a:ln>
        </p:spPr>
      </p:sp>
      <p:sp>
        <p:nvSpPr>
          <p:cNvPr id="80" name="top-card-5-row-1-bullet">
            <a:extLst xmlns:a="http://schemas.openxmlformats.org/drawingml/2006/main">
              <a:ext uri="{FF2B5EF4-FFF2-40B4-BE49-F238E27FC236}">
                <a16:creationId xmlns:a16="http://schemas.microsoft.com/office/drawing/2014/main" id="{D884F6E0-4B87-48EC-8519-1E57ABE2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2705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top-card-5-row-1-text">
            <a:extLst xmlns:a="http://schemas.openxmlformats.org/drawingml/2006/main">
              <a:ext uri="{FF2B5EF4-FFF2-40B4-BE49-F238E27FC236}">
                <a16:creationId xmlns:a16="http://schemas.microsoft.com/office/drawing/2014/main" id="{2AC419BC-3659-4164-A251-FEF6FBEC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2609850"/>
            <a:ext cx="2105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智能识别变更影响</a:t>
            </a:r>
          </a:p>
        </p:txBody>
      </p:sp>
      <p:sp>
        <p:nvSpPr>
          <p:cNvPr id="82" name="top-card-5-row-2-bullet">
            <a:extLst xmlns:a="http://schemas.openxmlformats.org/drawingml/2006/main">
              <a:ext uri="{FF2B5EF4-FFF2-40B4-BE49-F238E27FC236}">
                <a16:creationId xmlns:a16="http://schemas.microsoft.com/office/drawing/2014/main" id="{D8A61300-BF38-4D7B-8BEB-94F283F3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30194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top-card-5-row-2-text">
            <a:extLst xmlns:a="http://schemas.openxmlformats.org/drawingml/2006/main">
              <a:ext uri="{FF2B5EF4-FFF2-40B4-BE49-F238E27FC236}">
                <a16:creationId xmlns:a16="http://schemas.microsoft.com/office/drawing/2014/main" id="{918E213D-001D-427E-A966-AD4736C9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2924175"/>
            <a:ext cx="2105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脚本自动适配与修复</a:t>
            </a:r>
          </a:p>
        </p:txBody>
      </p:sp>
      <p:sp>
        <p:nvSpPr>
          <p:cNvPr id="84" name="top-card-5-row-3-bullet">
            <a:extLst xmlns:a="http://schemas.openxmlformats.org/drawingml/2006/main">
              <a:ext uri="{FF2B5EF4-FFF2-40B4-BE49-F238E27FC236}">
                <a16:creationId xmlns:a16="http://schemas.microsoft.com/office/drawing/2014/main" id="{C436EE70-4D71-4716-9F53-9B49F8DC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3333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top-card-5-row-3-text">
            <a:extLst xmlns:a="http://schemas.openxmlformats.org/drawingml/2006/main">
              <a:ext uri="{FF2B5EF4-FFF2-40B4-BE49-F238E27FC236}">
                <a16:creationId xmlns:a16="http://schemas.microsoft.com/office/drawing/2014/main" id="{7888AF6E-6799-4F3E-928B-5AE39433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3238500"/>
            <a:ext cx="2105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持续迭代与自愈优化</a:t>
            </a:r>
          </a:p>
        </p:txBody>
      </p:sp>
      <p:sp>
        <p:nvSpPr>
          <p:cNvPr id="86" name="top-card-5-row-4-bullet">
            <a:extLst xmlns:a="http://schemas.openxmlformats.org/drawingml/2006/main">
              <a:ext uri="{FF2B5EF4-FFF2-40B4-BE49-F238E27FC236}">
                <a16:creationId xmlns:a16="http://schemas.microsoft.com/office/drawing/2014/main" id="{2C25DFE3-A41D-47C0-99B0-DE68C0C8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36480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4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top-card-5-row-4-text">
            <a:extLst xmlns:a="http://schemas.openxmlformats.org/drawingml/2006/main">
              <a:ext uri="{FF2B5EF4-FFF2-40B4-BE49-F238E27FC236}">
                <a16:creationId xmlns:a16="http://schemas.microsoft.com/office/drawing/2014/main" id="{43C4B197-C3A0-4A67-8675-7C318EAF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3552825"/>
            <a:ext cx="2105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提升脚本稳定性与可用性</a:t>
            </a:r>
          </a:p>
        </p:txBody>
      </p:sp>
      <p:sp>
        <p:nvSpPr>
          <p:cNvPr id="88" name="top-card-5-footer">
            <a:extLst xmlns:a="http://schemas.openxmlformats.org/drawingml/2006/main">
              <a:ext uri="{FF2B5EF4-FFF2-40B4-BE49-F238E27FC236}">
                <a16:creationId xmlns:a16="http://schemas.microsoft.com/office/drawing/2014/main" id="{84FF4C7E-03D2-4BD6-8947-7828DE7B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4000500"/>
            <a:ext cx="2667000" cy="685800"/>
          </a:xfrm>
          <a:prstGeom xmlns:a="http://schemas.openxmlformats.org/drawingml/2006/main" prst="roundRect">
            <a:avLst>
              <a:gd name="adj" fmla="val 11111"/>
            </a:avLst>
          </a:prstGeom>
          <a:gradFill xmlns:a="http://schemas.openxmlformats.org/drawingml/2006/main">
            <a:gsLst>
              <a:gs pos="0">
                <a:srgbClr val="0A56D8"/>
              </a:gs>
              <a:gs pos="100000">
                <a:srgbClr val="0635B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9" name="top-card-5-footer-square-top">
            <a:extLst xmlns:a="http://schemas.openxmlformats.org/drawingml/2006/main">
              <a:ext uri="{FF2B5EF4-FFF2-40B4-BE49-F238E27FC236}">
                <a16:creationId xmlns:a16="http://schemas.microsoft.com/office/drawing/2014/main" id="{74D7CC58-6439-4644-B0C7-A9805CD2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4000500"/>
            <a:ext cx="2667000" cy="95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56D8"/>
              </a:gs>
              <a:gs pos="100000">
                <a:srgbClr val="0635B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90" name="top-card-5-number-circle">
            <a:extLst xmlns:a="http://schemas.openxmlformats.org/drawingml/2006/main">
              <a:ext uri="{FF2B5EF4-FFF2-40B4-BE49-F238E27FC236}">
                <a16:creationId xmlns:a16="http://schemas.microsoft.com/office/drawing/2014/main" id="{BB6C3042-5641-464D-8ACE-49DB1EEF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3975" y="414337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top-card-5-number">
            <a:extLst xmlns:a="http://schemas.openxmlformats.org/drawingml/2006/main">
              <a:ext uri="{FF2B5EF4-FFF2-40B4-BE49-F238E27FC236}">
                <a16:creationId xmlns:a16="http://schemas.microsoft.com/office/drawing/2014/main" id="{047A9FD8-02B7-4B4F-94B8-30E4A0B6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3975" y="4124325"/>
            <a:ext cx="409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845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45C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92" name="top-card-5-footer-title">
            <a:extLst xmlns:a="http://schemas.openxmlformats.org/drawingml/2006/main">
              <a:ext uri="{FF2B5EF4-FFF2-40B4-BE49-F238E27FC236}">
                <a16:creationId xmlns:a16="http://schemas.microsoft.com/office/drawing/2014/main" id="{C838F916-03C5-430A-AD36-7B0398FC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4124325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版本迭代后脚本自愈</a:t>
            </a:r>
          </a:p>
        </p:txBody>
      </p:sp>
      <p:sp>
        <p:nvSpPr>
          <p:cNvPr id="93" name="platform-capability-base">
            <a:extLst xmlns:a="http://schemas.openxmlformats.org/drawingml/2006/main">
              <a:ext uri="{FF2B5EF4-FFF2-40B4-BE49-F238E27FC236}">
                <a16:creationId xmlns:a16="http://schemas.microsoft.com/office/drawing/2014/main" id="{5F92A6F3-5301-4DAD-805D-B8FFD77A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895850"/>
            <a:ext cx="3962400" cy="409575"/>
          </a:xfrm>
          <a:custGeom xmlns:a="http://schemas.openxmlformats.org/drawingml/2006/main">
            <a:pathLst>
              <a:path w="3962400" h="409575">
                <a:moveTo>
                  <a:pt x="0" y="133350"/>
                </a:moveTo>
                <a:lnTo>
                  <a:pt x="161925" y="0"/>
                </a:lnTo>
                <a:lnTo>
                  <a:pt x="3800475" y="0"/>
                </a:lnTo>
                <a:lnTo>
                  <a:pt x="3962400" y="133350"/>
                </a:lnTo>
                <a:lnTo>
                  <a:pt x="3800475" y="409575"/>
                </a:lnTo>
                <a:lnTo>
                  <a:pt x="161925" y="4095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0A56D8"/>
              </a:gs>
              <a:gs pos="100000">
                <a:srgbClr val="0635B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94" name="platform-capability-base-label">
            <a:extLst xmlns:a="http://schemas.openxmlformats.org/drawingml/2006/main">
              <a:ext uri="{FF2B5EF4-FFF2-40B4-BE49-F238E27FC236}">
                <a16:creationId xmlns:a16="http://schemas.microsoft.com/office/drawing/2014/main" id="{E7AF3C1F-5D70-4B1E-9BB1-B8B56842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90537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平台能力底座</a:t>
            </a:r>
          </a:p>
        </p:txBody>
      </p:sp>
      <p:sp>
        <p:nvSpPr>
          <p:cNvPr id="95" name="capability-to-value-dotted-1">
            <a:extLst xmlns:a="http://schemas.openxmlformats.org/drawingml/2006/main">
              <a:ext uri="{FF2B5EF4-FFF2-40B4-BE49-F238E27FC236}">
                <a16:creationId xmlns:a16="http://schemas.microsoft.com/office/drawing/2014/main" id="{A4DB6698-7F9D-4843-AB5F-03FBF033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681037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4374D8"/>
            </a:solidFill>
            <a:prstDash val="dot"/>
          </a:ln>
        </p:spPr>
      </p:sp>
      <p:sp>
        <p:nvSpPr>
          <p:cNvPr id="96" name="capability-to-value-dotted-2">
            <a:extLst xmlns:a="http://schemas.openxmlformats.org/drawingml/2006/main">
              <a:ext uri="{FF2B5EF4-FFF2-40B4-BE49-F238E27FC236}">
                <a16:creationId xmlns:a16="http://schemas.microsoft.com/office/drawing/2014/main" id="{7743A9E5-51E0-48E1-AF00-BB6507A3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681037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4374D8"/>
            </a:solidFill>
            <a:prstDash val="dot"/>
          </a:ln>
        </p:spPr>
      </p:sp>
      <p:sp>
        <p:nvSpPr>
          <p:cNvPr id="97" name="capability-to-value-dotted-3">
            <a:extLst xmlns:a="http://schemas.openxmlformats.org/drawingml/2006/main">
              <a:ext uri="{FF2B5EF4-FFF2-40B4-BE49-F238E27FC236}">
                <a16:creationId xmlns:a16="http://schemas.microsoft.com/office/drawing/2014/main" id="{29C0C3B5-C782-4A98-A667-19F63421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681037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4374D8"/>
            </a:solidFill>
            <a:prstDash val="dot"/>
          </a:ln>
        </p:spPr>
      </p:sp>
      <p:sp>
        <p:nvSpPr>
          <p:cNvPr id="98" name="capability-1-container">
            <a:extLst xmlns:a="http://schemas.openxmlformats.org/drawingml/2006/main">
              <a:ext uri="{FF2B5EF4-FFF2-40B4-BE49-F238E27FC236}">
                <a16:creationId xmlns:a16="http://schemas.microsoft.com/office/drawing/2014/main" id="{6EAE6F56-B2E2-4C98-B731-041BA5F4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514975"/>
            <a:ext cx="23717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EA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2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c819b25bde4338"/>
          <a:stretch xmlns:a="http://schemas.openxmlformats.org/drawingml/2006/main"/>
        </p:blipFill>
        <p:spPr>
          <a:xfrm xmlns:a="http://schemas.openxmlformats.org/drawingml/2006/main">
            <a:off x="619125" y="5695950"/>
            <a:ext cx="685800" cy="819150"/>
          </a:xfrm>
          <a:prstGeom xmlns:a="http://schemas.openxmlformats.org/drawingml/2006/main" prst="rect">
            <a:avLst/>
          </a:prstGeom>
        </p:spPr>
      </p:pic>
      <p:sp>
        <p:nvSpPr>
          <p:cNvPr id="100" name="capability-1-title">
            <a:extLst xmlns:a="http://schemas.openxmlformats.org/drawingml/2006/main">
              <a:ext uri="{FF2B5EF4-FFF2-40B4-BE49-F238E27FC236}">
                <a16:creationId xmlns:a16="http://schemas.microsoft.com/office/drawing/2014/main" id="{87A794C4-3C4C-46F9-9149-4F84C2D0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715000"/>
            <a:ext cx="1400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15" b="1">
                <a:solidFill>
                  <a:srgbClr val="072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15" b="1">
                <a:solidFill>
                  <a:srgbClr val="072F96"/>
                </a:solidFill>
                <a:latin typeface="Microsoft YaHei"/>
                <a:ea typeface="Microsoft YaHei"/>
                <a:cs typeface="Microsoft YaHei"/>
              </a:rPr>
              <a:t>测试资产管理</a:t>
            </a:r>
          </a:p>
        </p:txBody>
      </p:sp>
      <p:sp>
        <p:nvSpPr>
          <p:cNvPr id="101" name="capability-1-body-1">
            <a:extLst xmlns:a="http://schemas.openxmlformats.org/drawingml/2006/main">
              <a:ext uri="{FF2B5EF4-FFF2-40B4-BE49-F238E27FC236}">
                <a16:creationId xmlns:a16="http://schemas.microsoft.com/office/drawing/2014/main" id="{73D11FFE-4CFF-4F51-A6DD-7821E722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096000"/>
            <a:ext cx="1400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52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2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统一管理测试资产</a:t>
            </a:r>
          </a:p>
        </p:txBody>
      </p:sp>
      <p:sp>
        <p:nvSpPr>
          <p:cNvPr id="102" name="capability-1-body-2">
            <a:extLst xmlns:a="http://schemas.openxmlformats.org/drawingml/2006/main">
              <a:ext uri="{FF2B5EF4-FFF2-40B4-BE49-F238E27FC236}">
                <a16:creationId xmlns:a16="http://schemas.microsoft.com/office/drawing/2014/main" id="{711F3CFD-147E-4969-AFB5-8DF3B179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372225"/>
            <a:ext cx="1400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52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2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标准化、可复用</a:t>
            </a:r>
          </a:p>
        </p:txBody>
      </p:sp>
      <p:sp>
        <p:nvSpPr>
          <p:cNvPr id="103" name="capability-2-container">
            <a:extLst xmlns:a="http://schemas.openxmlformats.org/drawingml/2006/main">
              <a:ext uri="{FF2B5EF4-FFF2-40B4-BE49-F238E27FC236}">
                <a16:creationId xmlns:a16="http://schemas.microsoft.com/office/drawing/2014/main" id="{FF21B172-A49E-46BD-907B-381B2B3C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514975"/>
            <a:ext cx="25431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EA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2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dece04389462e"/>
          <a:stretch xmlns:a="http://schemas.openxmlformats.org/drawingml/2006/main"/>
        </p:blipFill>
        <p:spPr>
          <a:xfrm xmlns:a="http://schemas.openxmlformats.org/drawingml/2006/main">
            <a:off x="3181350" y="5695950"/>
            <a:ext cx="647700" cy="781050"/>
          </a:xfrm>
          <a:prstGeom xmlns:a="http://schemas.openxmlformats.org/drawingml/2006/main" prst="rect">
            <a:avLst/>
          </a:prstGeom>
        </p:spPr>
      </p:pic>
      <p:sp>
        <p:nvSpPr>
          <p:cNvPr id="105" name="capability-2-title">
            <a:extLst xmlns:a="http://schemas.openxmlformats.org/drawingml/2006/main">
              <a:ext uri="{FF2B5EF4-FFF2-40B4-BE49-F238E27FC236}">
                <a16:creationId xmlns:a16="http://schemas.microsoft.com/office/drawing/2014/main" id="{FF427926-2839-4FB5-B01A-88DA5C4C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715000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15" b="1">
                <a:solidFill>
                  <a:srgbClr val="072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15" b="1">
                <a:solidFill>
                  <a:srgbClr val="072F96"/>
                </a:solidFill>
                <a:latin typeface="Microsoft YaHei"/>
                <a:ea typeface="Microsoft YaHei"/>
                <a:cs typeface="Microsoft YaHei"/>
              </a:rPr>
              <a:t>用例与脚本管理</a:t>
            </a:r>
          </a:p>
        </p:txBody>
      </p:sp>
      <p:sp>
        <p:nvSpPr>
          <p:cNvPr id="106" name="capability-2-body-1">
            <a:extLst xmlns:a="http://schemas.openxmlformats.org/drawingml/2006/main">
              <a:ext uri="{FF2B5EF4-FFF2-40B4-BE49-F238E27FC236}">
                <a16:creationId xmlns:a16="http://schemas.microsoft.com/office/drawing/2014/main" id="{851DAE62-623E-4674-A565-96BAEC22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6096000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52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2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用例编排、版本管理</a:t>
            </a:r>
          </a:p>
        </p:txBody>
      </p:sp>
      <p:sp>
        <p:nvSpPr>
          <p:cNvPr id="107" name="capability-2-body-2">
            <a:extLst xmlns:a="http://schemas.openxmlformats.org/drawingml/2006/main">
              <a:ext uri="{FF2B5EF4-FFF2-40B4-BE49-F238E27FC236}">
                <a16:creationId xmlns:a16="http://schemas.microsoft.com/office/drawing/2014/main" id="{47F19140-3FDC-4155-B368-A7F14D27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637222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52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2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权限控制、协同共享</a:t>
            </a:r>
          </a:p>
        </p:txBody>
      </p:sp>
      <p:sp>
        <p:nvSpPr>
          <p:cNvPr id="108" name="capability-3-container">
            <a:extLst xmlns:a="http://schemas.openxmlformats.org/drawingml/2006/main">
              <a:ext uri="{FF2B5EF4-FFF2-40B4-BE49-F238E27FC236}">
                <a16:creationId xmlns:a16="http://schemas.microsoft.com/office/drawing/2014/main" id="{C22CDDF0-697E-4771-A9DC-A957726C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514975"/>
            <a:ext cx="2238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EA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2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8aaf19ed34010"/>
          <a:stretch xmlns:a="http://schemas.openxmlformats.org/drawingml/2006/main"/>
        </p:blipFill>
        <p:spPr>
          <a:xfrm xmlns:a="http://schemas.openxmlformats.org/drawingml/2006/main">
            <a:off x="5905500" y="5686425"/>
            <a:ext cx="762000" cy="819150"/>
          </a:xfrm>
          <a:prstGeom xmlns:a="http://schemas.openxmlformats.org/drawingml/2006/main" prst="rect">
            <a:avLst/>
          </a:prstGeom>
        </p:spPr>
      </p:pic>
      <p:sp>
        <p:nvSpPr>
          <p:cNvPr id="110" name="capability-3-title">
            <a:extLst xmlns:a="http://schemas.openxmlformats.org/drawingml/2006/main">
              <a:ext uri="{FF2B5EF4-FFF2-40B4-BE49-F238E27FC236}">
                <a16:creationId xmlns:a16="http://schemas.microsoft.com/office/drawing/2014/main" id="{39781457-EC31-4020-B67A-ACFA44EA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715000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15" b="1">
                <a:solidFill>
                  <a:srgbClr val="072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15" b="1">
                <a:solidFill>
                  <a:srgbClr val="072F96"/>
                </a:solidFill>
                <a:latin typeface="Microsoft YaHei"/>
                <a:ea typeface="Microsoft YaHei"/>
                <a:cs typeface="Microsoft YaHei"/>
              </a:rPr>
              <a:t>执行引擎</a:t>
            </a:r>
          </a:p>
        </p:txBody>
      </p:sp>
      <p:sp>
        <p:nvSpPr>
          <p:cNvPr id="111" name="capability-3-body-1">
            <a:extLst xmlns:a="http://schemas.openxmlformats.org/drawingml/2006/main">
              <a:ext uri="{FF2B5EF4-FFF2-40B4-BE49-F238E27FC236}">
                <a16:creationId xmlns:a16="http://schemas.microsoft.com/office/drawing/2014/main" id="{9BA8D8F4-259B-49EA-832C-17964AA9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096000"/>
            <a:ext cx="1219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52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2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高性能调度引擎</a:t>
            </a:r>
          </a:p>
        </p:txBody>
      </p:sp>
      <p:sp>
        <p:nvSpPr>
          <p:cNvPr id="112" name="capability-3-body-2">
            <a:extLst xmlns:a="http://schemas.openxmlformats.org/drawingml/2006/main">
              <a:ext uri="{FF2B5EF4-FFF2-40B4-BE49-F238E27FC236}">
                <a16:creationId xmlns:a16="http://schemas.microsoft.com/office/drawing/2014/main" id="{21DC256F-8959-446C-A45B-56E75CEC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372225"/>
            <a:ext cx="1219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52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2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稳定、可扩展</a:t>
            </a:r>
          </a:p>
        </p:txBody>
      </p:sp>
      <p:sp>
        <p:nvSpPr>
          <p:cNvPr id="113" name="capability-4-container">
            <a:extLst xmlns:a="http://schemas.openxmlformats.org/drawingml/2006/main">
              <a:ext uri="{FF2B5EF4-FFF2-40B4-BE49-F238E27FC236}">
                <a16:creationId xmlns:a16="http://schemas.microsoft.com/office/drawing/2014/main" id="{A34DFE8E-9645-4A3A-B126-02D365BC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514975"/>
            <a:ext cx="23526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EA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2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90fbb2fd14649"/>
          <a:stretch xmlns:a="http://schemas.openxmlformats.org/drawingml/2006/main"/>
        </p:blipFill>
        <p:spPr>
          <a:xfrm xmlns:a="http://schemas.openxmlformats.org/drawingml/2006/main">
            <a:off x="8315325" y="5686425"/>
            <a:ext cx="733425" cy="809625"/>
          </a:xfrm>
          <a:prstGeom xmlns:a="http://schemas.openxmlformats.org/drawingml/2006/main" prst="rect">
            <a:avLst/>
          </a:prstGeom>
        </p:spPr>
      </p:pic>
      <p:sp>
        <p:nvSpPr>
          <p:cNvPr id="115" name="capability-4-title">
            <a:extLst xmlns:a="http://schemas.openxmlformats.org/drawingml/2006/main">
              <a:ext uri="{FF2B5EF4-FFF2-40B4-BE49-F238E27FC236}">
                <a16:creationId xmlns:a16="http://schemas.microsoft.com/office/drawing/2014/main" id="{9F0B084B-657E-4363-9CFE-2ADEEB55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71500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15" b="1">
                <a:solidFill>
                  <a:srgbClr val="072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15" b="1">
                <a:solidFill>
                  <a:srgbClr val="072F96"/>
                </a:solidFill>
                <a:latin typeface="Microsoft YaHei"/>
                <a:ea typeface="Microsoft YaHei"/>
                <a:cs typeface="Microsoft YaHei"/>
              </a:rPr>
              <a:t>智能分析引擎</a:t>
            </a:r>
          </a:p>
        </p:txBody>
      </p:sp>
      <p:sp>
        <p:nvSpPr>
          <p:cNvPr id="116" name="capability-4-body-1">
            <a:extLst xmlns:a="http://schemas.openxmlformats.org/drawingml/2006/main">
              <a:ext uri="{FF2B5EF4-FFF2-40B4-BE49-F238E27FC236}">
                <a16:creationId xmlns:a16="http://schemas.microsoft.com/office/drawing/2014/main" id="{B7AFAB1A-E59A-462A-8392-049F756E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09600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52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2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AI驱动分析</a:t>
            </a:r>
          </a:p>
        </p:txBody>
      </p:sp>
      <p:sp>
        <p:nvSpPr>
          <p:cNvPr id="117" name="capability-4-body-2">
            <a:extLst xmlns:a="http://schemas.openxmlformats.org/drawingml/2006/main">
              <a:ext uri="{FF2B5EF4-FFF2-40B4-BE49-F238E27FC236}">
                <a16:creationId xmlns:a16="http://schemas.microsoft.com/office/drawing/2014/main" id="{AB59EF7F-BFB9-4471-80EB-B90832E2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372225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52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2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精准高效定位问题</a:t>
            </a:r>
          </a:p>
        </p:txBody>
      </p:sp>
      <p:sp>
        <p:nvSpPr>
          <p:cNvPr id="118" name="capability-5-container">
            <a:extLst xmlns:a="http://schemas.openxmlformats.org/drawingml/2006/main">
              <a:ext uri="{FF2B5EF4-FFF2-40B4-BE49-F238E27FC236}">
                <a16:creationId xmlns:a16="http://schemas.microsoft.com/office/drawing/2014/main" id="{63DA8902-974D-4D84-B000-DA59E779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514975"/>
            <a:ext cx="20764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EA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2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be641d7fc41b3"/>
          <a:stretch xmlns:a="http://schemas.openxmlformats.org/drawingml/2006/main"/>
        </p:blipFill>
        <p:spPr>
          <a:xfrm xmlns:a="http://schemas.openxmlformats.org/drawingml/2006/main">
            <a:off x="10877550" y="5686425"/>
            <a:ext cx="752475" cy="809625"/>
          </a:xfrm>
          <a:prstGeom xmlns:a="http://schemas.openxmlformats.org/drawingml/2006/main" prst="rect">
            <a:avLst/>
          </a:prstGeom>
        </p:spPr>
      </p:pic>
      <p:sp>
        <p:nvSpPr>
          <p:cNvPr id="120" name="capability-5-title">
            <a:extLst xmlns:a="http://schemas.openxmlformats.org/drawingml/2006/main">
              <a:ext uri="{FF2B5EF4-FFF2-40B4-BE49-F238E27FC236}">
                <a16:creationId xmlns:a16="http://schemas.microsoft.com/office/drawing/2014/main" id="{E92B8585-AFA9-4D0D-950E-750F71D5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571500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15" b="1">
                <a:solidFill>
                  <a:srgbClr val="072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15" b="1">
                <a:solidFill>
                  <a:srgbClr val="072F96"/>
                </a:solidFill>
                <a:latin typeface="Microsoft YaHei"/>
                <a:ea typeface="Microsoft YaHei"/>
                <a:cs typeface="Microsoft YaHei"/>
              </a:rPr>
              <a:t>自愈策略库</a:t>
            </a:r>
          </a:p>
        </p:txBody>
      </p:sp>
      <p:sp>
        <p:nvSpPr>
          <p:cNvPr id="121" name="capability-5-body-1">
            <a:extLst xmlns:a="http://schemas.openxmlformats.org/drawingml/2006/main">
              <a:ext uri="{FF2B5EF4-FFF2-40B4-BE49-F238E27FC236}">
                <a16:creationId xmlns:a16="http://schemas.microsoft.com/office/drawing/2014/main" id="{0BC4C9EF-4119-4C21-96E5-602A3A13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6096000"/>
            <a:ext cx="1076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52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2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多维定位策略</a:t>
            </a:r>
          </a:p>
        </p:txBody>
      </p:sp>
      <p:sp>
        <p:nvSpPr>
          <p:cNvPr id="122" name="capability-5-body-2">
            <a:extLst xmlns:a="http://schemas.openxmlformats.org/drawingml/2006/main">
              <a:ext uri="{FF2B5EF4-FFF2-40B4-BE49-F238E27FC236}">
                <a16:creationId xmlns:a16="http://schemas.microsoft.com/office/drawing/2014/main" id="{2C127495-DA5F-42C4-AE0F-EA14F13E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6372225"/>
            <a:ext cx="1076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637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52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2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持续沉淀与优化</a:t>
            </a:r>
          </a:p>
        </p:txBody>
      </p:sp>
      <p:sp>
        <p:nvSpPr>
          <p:cNvPr id="123" name="capability-6-container">
            <a:extLst xmlns:a="http://schemas.openxmlformats.org/drawingml/2006/main">
              <a:ext uri="{FF2B5EF4-FFF2-40B4-BE49-F238E27FC236}">
                <a16:creationId xmlns:a16="http://schemas.microsoft.com/office/drawing/2014/main" id="{45F989DC-AB93-4AD9-BD4C-F2F31ED5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5514975"/>
            <a:ext cx="24003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EA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2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1b1bdfa804a48"/>
          <a:stretch xmlns:a="http://schemas.openxmlformats.org/drawingml/2006/main"/>
        </p:blipFill>
        <p:spPr>
          <a:xfrm xmlns:a="http://schemas.openxmlformats.org/drawingml/2006/main">
            <a:off x="13173075" y="5676900"/>
            <a:ext cx="771525" cy="819150"/>
          </a:xfrm>
          <a:prstGeom xmlns:a="http://schemas.openxmlformats.org/drawingml/2006/main" prst="rect">
            <a:avLst/>
          </a:prstGeom>
        </p:spPr>
      </p:pic>
      <p:sp>
        <p:nvSpPr>
          <p:cNvPr id="125" name="capability-6-title">
            <a:extLst xmlns:a="http://schemas.openxmlformats.org/drawingml/2006/main">
              <a:ext uri="{FF2B5EF4-FFF2-40B4-BE49-F238E27FC236}">
                <a16:creationId xmlns:a16="http://schemas.microsoft.com/office/drawing/2014/main" id="{12E060CB-E4BD-4235-8FA7-05B8B129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5715000"/>
            <a:ext cx="1352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15" b="1">
                <a:solidFill>
                  <a:srgbClr val="072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15" b="1">
                <a:solidFill>
                  <a:srgbClr val="072F96"/>
                </a:solidFill>
                <a:latin typeface="Microsoft YaHei"/>
                <a:ea typeface="Microsoft YaHei"/>
                <a:cs typeface="Microsoft YaHei"/>
              </a:rPr>
              <a:t>报告与可视化</a:t>
            </a:r>
          </a:p>
        </p:txBody>
      </p:sp>
      <p:sp>
        <p:nvSpPr>
          <p:cNvPr id="126" name="capability-6-body-1">
            <a:extLst xmlns:a="http://schemas.openxmlformats.org/drawingml/2006/main">
              <a:ext uri="{FF2B5EF4-FFF2-40B4-BE49-F238E27FC236}">
                <a16:creationId xmlns:a16="http://schemas.microsoft.com/office/drawing/2014/main" id="{2EF00649-4AF9-47B9-AF39-264DB3E4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6096000"/>
            <a:ext cx="1352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52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2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多维度报表输出</a:t>
            </a:r>
          </a:p>
        </p:txBody>
      </p:sp>
      <p:sp>
        <p:nvSpPr>
          <p:cNvPr id="127" name="capability-6-body-2">
            <a:extLst xmlns:a="http://schemas.openxmlformats.org/drawingml/2006/main">
              <a:ext uri="{FF2B5EF4-FFF2-40B4-BE49-F238E27FC236}">
                <a16:creationId xmlns:a16="http://schemas.microsoft.com/office/drawing/2014/main" id="{9CEC6B65-0E20-4A4F-AC0E-1A917BA4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6372225"/>
            <a:ext cx="1352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52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2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可视化数据看板</a:t>
            </a:r>
          </a:p>
        </p:txBody>
      </p:sp>
      <p:sp>
        <p:nvSpPr>
          <p:cNvPr id="128" name="value-output-container">
            <a:extLst xmlns:a="http://schemas.openxmlformats.org/drawingml/2006/main">
              <a:ext uri="{FF2B5EF4-FFF2-40B4-BE49-F238E27FC236}">
                <a16:creationId xmlns:a16="http://schemas.microsoft.com/office/drawing/2014/main" id="{3DBAE26A-C1E8-4E6E-8D4C-BBCFB7A7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143750"/>
            <a:ext cx="15192375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EA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29" name="value-output-blue-label">
            <a:extLst xmlns:a="http://schemas.openxmlformats.org/drawingml/2006/main">
              <a:ext uri="{FF2B5EF4-FFF2-40B4-BE49-F238E27FC236}">
                <a16:creationId xmlns:a16="http://schemas.microsoft.com/office/drawing/2014/main" id="{0F22682C-F9D3-47EE-B6E5-DB68293B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143750"/>
            <a:ext cx="1571625" cy="1571625"/>
          </a:xfrm>
          <a:prstGeom xmlns:a="http://schemas.openxmlformats.org/drawingml/2006/main" prst="roundRect">
            <a:avLst>
              <a:gd name="adj" fmla="val 8485"/>
            </a:avLst>
          </a:prstGeom>
          <a:gradFill xmlns:a="http://schemas.openxmlformats.org/drawingml/2006/main">
            <a:gsLst>
              <a:gs pos="0">
                <a:srgbClr val="0A56D8"/>
              </a:gs>
              <a:gs pos="100000">
                <a:srgbClr val="0635B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30" name="value-output-label-notch">
            <a:extLst xmlns:a="http://schemas.openxmlformats.org/drawingml/2006/main">
              <a:ext uri="{FF2B5EF4-FFF2-40B4-BE49-F238E27FC236}">
                <a16:creationId xmlns:a16="http://schemas.microsoft.com/office/drawing/2014/main" id="{0A5F1525-4348-4CC8-A655-EE505DF1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143750"/>
            <a:ext cx="276225" cy="1571625"/>
          </a:xfrm>
          <a:custGeom xmlns:a="http://schemas.openxmlformats.org/drawingml/2006/main">
            <a:pathLst>
              <a:path w="276225" h="1571625">
                <a:moveTo>
                  <a:pt x="276225" y="0"/>
                </a:moveTo>
                <a:lnTo>
                  <a:pt x="0" y="785813"/>
                </a:lnTo>
                <a:lnTo>
                  <a:pt x="276225" y="1571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01b1c0643499a"/>
          <a:stretch xmlns:a="http://schemas.openxmlformats.org/drawingml/2006/main"/>
        </p:blipFill>
        <p:spPr>
          <a:xfrm xmlns:a="http://schemas.openxmlformats.org/drawingml/2006/main">
            <a:off x="676275" y="7296150"/>
            <a:ext cx="800100" cy="781050"/>
          </a:xfrm>
          <a:prstGeom xmlns:a="http://schemas.openxmlformats.org/drawingml/2006/main" prst="rect">
            <a:avLst/>
          </a:prstGeom>
        </p:spPr>
      </p:pic>
      <p:sp>
        <p:nvSpPr>
          <p:cNvPr id="132" name="value-output-label-text">
            <a:extLst xmlns:a="http://schemas.openxmlformats.org/drawingml/2006/main">
              <a:ext uri="{FF2B5EF4-FFF2-40B4-BE49-F238E27FC236}">
                <a16:creationId xmlns:a16="http://schemas.microsoft.com/office/drawing/2014/main" id="{BC0259CB-64E1-4A20-B455-5A3C6E04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02005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价值输出</a:t>
            </a:r>
          </a:p>
        </p:txBody>
      </p:sp>
      <p:sp>
        <p:nvSpPr>
          <p:cNvPr id="133" name="value-card-1-container">
            <a:extLst xmlns:a="http://schemas.openxmlformats.org/drawingml/2006/main">
              <a:ext uri="{FF2B5EF4-FFF2-40B4-BE49-F238E27FC236}">
                <a16:creationId xmlns:a16="http://schemas.microsoft.com/office/drawing/2014/main" id="{D8C95FD5-98B5-4EAB-BD95-85717E8E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353300"/>
            <a:ext cx="3019425" cy="1152525"/>
          </a:xfrm>
          <a:prstGeom xmlns:a="http://schemas.openxmlformats.org/drawingml/2006/main" prst="roundRect">
            <a:avLst>
              <a:gd name="adj" fmla="val 74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EA2EC"/>
            </a:solidFill>
            <a:prstDash val="solid"/>
          </a:ln>
        </p:spPr>
      </p:sp>
      <p:pic>
        <p:nvPicPr>
          <p:cNvPr id="3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ea0ed9bc494d3f"/>
          <a:stretch xmlns:a="http://schemas.openxmlformats.org/drawingml/2006/main"/>
        </p:blipFill>
        <p:spPr>
          <a:xfrm xmlns:a="http://schemas.openxmlformats.org/drawingml/2006/main">
            <a:off x="2124075" y="7448550"/>
            <a:ext cx="809625" cy="828675"/>
          </a:xfrm>
          <a:prstGeom xmlns:a="http://schemas.openxmlformats.org/drawingml/2006/main" prst="rect">
            <a:avLst/>
          </a:prstGeom>
        </p:spPr>
      </p:pic>
      <p:sp>
        <p:nvSpPr>
          <p:cNvPr id="135" name="value-card-1-title">
            <a:extLst xmlns:a="http://schemas.openxmlformats.org/drawingml/2006/main">
              <a:ext uri="{FF2B5EF4-FFF2-40B4-BE49-F238E27FC236}">
                <a16:creationId xmlns:a16="http://schemas.microsoft.com/office/drawing/2014/main" id="{BCB599E6-9A1F-4BD2-8FF0-777C2563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486650"/>
            <a:ext cx="19145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2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2F96"/>
                </a:solidFill>
                <a:latin typeface="Microsoft YaHei"/>
                <a:ea typeface="Microsoft YaHei"/>
                <a:cs typeface="Microsoft YaHei"/>
              </a:rPr>
              <a:t>降低人工成本</a:t>
            </a:r>
          </a:p>
        </p:txBody>
      </p:sp>
      <p:sp>
        <p:nvSpPr>
          <p:cNvPr id="136" name="value-card-1-body-1">
            <a:extLst xmlns:a="http://schemas.openxmlformats.org/drawingml/2006/main">
              <a:ext uri="{FF2B5EF4-FFF2-40B4-BE49-F238E27FC236}">
                <a16:creationId xmlns:a16="http://schemas.microsoft.com/office/drawing/2014/main" id="{D880423A-718D-4C06-9C5C-31E9A5C0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848600"/>
            <a:ext cx="1914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0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减少重复劳动</a:t>
            </a:r>
          </a:p>
        </p:txBody>
      </p:sp>
      <p:sp>
        <p:nvSpPr>
          <p:cNvPr id="137" name="value-card-1-body-2">
            <a:extLst xmlns:a="http://schemas.openxmlformats.org/drawingml/2006/main">
              <a:ext uri="{FF2B5EF4-FFF2-40B4-BE49-F238E27FC236}">
                <a16:creationId xmlns:a16="http://schemas.microsoft.com/office/drawing/2014/main" id="{237691E0-3D68-4FF2-8D25-2384B500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8105775"/>
            <a:ext cx="1914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0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释放人力价值</a:t>
            </a:r>
          </a:p>
        </p:txBody>
      </p:sp>
      <p:sp>
        <p:nvSpPr>
          <p:cNvPr id="138" name="value-card-2-container">
            <a:extLst xmlns:a="http://schemas.openxmlformats.org/drawingml/2006/main">
              <a:ext uri="{FF2B5EF4-FFF2-40B4-BE49-F238E27FC236}">
                <a16:creationId xmlns:a16="http://schemas.microsoft.com/office/drawing/2014/main" id="{D425CA72-F0C3-4B21-B73E-9CE4D9AA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7353300"/>
            <a:ext cx="3124200" cy="1152525"/>
          </a:xfrm>
          <a:prstGeom xmlns:a="http://schemas.openxmlformats.org/drawingml/2006/main" prst="roundRect">
            <a:avLst>
              <a:gd name="adj" fmla="val 74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EA2EC"/>
            </a:solidFill>
            <a:prstDash val="solid"/>
          </a:ln>
        </p:spPr>
      </p:sp>
      <p:pic>
        <p:nvPicPr>
          <p:cNvPr id="3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6a056d3524f4c"/>
          <a:stretch xmlns:a="http://schemas.openxmlformats.org/drawingml/2006/main"/>
        </p:blipFill>
        <p:spPr>
          <a:xfrm xmlns:a="http://schemas.openxmlformats.org/drawingml/2006/main">
            <a:off x="5524500" y="7467600"/>
            <a:ext cx="819150" cy="838200"/>
          </a:xfrm>
          <a:prstGeom xmlns:a="http://schemas.openxmlformats.org/drawingml/2006/main" prst="rect">
            <a:avLst/>
          </a:prstGeom>
        </p:spPr>
      </p:pic>
      <p:sp>
        <p:nvSpPr>
          <p:cNvPr id="140" name="value-card-2-title">
            <a:extLst xmlns:a="http://schemas.openxmlformats.org/drawingml/2006/main">
              <a:ext uri="{FF2B5EF4-FFF2-40B4-BE49-F238E27FC236}">
                <a16:creationId xmlns:a16="http://schemas.microsoft.com/office/drawing/2014/main" id="{89F8C015-AACF-4A02-8D5F-E230ACAF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7486650"/>
            <a:ext cx="179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2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2F96"/>
                </a:solidFill>
                <a:latin typeface="Microsoft YaHei"/>
                <a:ea typeface="Microsoft YaHei"/>
                <a:cs typeface="Microsoft YaHei"/>
              </a:rPr>
              <a:t>提升回归效率</a:t>
            </a:r>
          </a:p>
        </p:txBody>
      </p:sp>
      <p:sp>
        <p:nvSpPr>
          <p:cNvPr id="141" name="value-card-2-body-1">
            <a:extLst xmlns:a="http://schemas.openxmlformats.org/drawingml/2006/main">
              <a:ext uri="{FF2B5EF4-FFF2-40B4-BE49-F238E27FC236}">
                <a16:creationId xmlns:a16="http://schemas.microsoft.com/office/drawing/2014/main" id="{14B5FF1E-2C6F-4C31-9A35-7F021CD0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78486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0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自动化批量执行</a:t>
            </a:r>
          </a:p>
        </p:txBody>
      </p:sp>
      <p:sp>
        <p:nvSpPr>
          <p:cNvPr id="142" name="value-card-2-body-2">
            <a:extLst xmlns:a="http://schemas.openxmlformats.org/drawingml/2006/main">
              <a:ext uri="{FF2B5EF4-FFF2-40B4-BE49-F238E27FC236}">
                <a16:creationId xmlns:a16="http://schemas.microsoft.com/office/drawing/2014/main" id="{8D8023DF-FB03-4A4C-9499-FF0DCEB4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8105775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0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效率倍增</a:t>
            </a:r>
          </a:p>
        </p:txBody>
      </p:sp>
      <p:sp>
        <p:nvSpPr>
          <p:cNvPr id="143" name="value-card-3-container">
            <a:extLst xmlns:a="http://schemas.openxmlformats.org/drawingml/2006/main">
              <a:ext uri="{FF2B5EF4-FFF2-40B4-BE49-F238E27FC236}">
                <a16:creationId xmlns:a16="http://schemas.microsoft.com/office/drawing/2014/main" id="{5A11E630-04BC-4C21-9658-2802CA15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7353300"/>
            <a:ext cx="3133725" cy="1152525"/>
          </a:xfrm>
          <a:prstGeom xmlns:a="http://schemas.openxmlformats.org/drawingml/2006/main" prst="roundRect">
            <a:avLst>
              <a:gd name="adj" fmla="val 74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EA2EC"/>
            </a:solidFill>
            <a:prstDash val="solid"/>
          </a:ln>
        </p:spPr>
      </p:sp>
      <p:pic>
        <p:nvPicPr>
          <p:cNvPr id="3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460d6d82a4ac8"/>
          <a:stretch xmlns:a="http://schemas.openxmlformats.org/drawingml/2006/main"/>
        </p:blipFill>
        <p:spPr>
          <a:xfrm xmlns:a="http://schemas.openxmlformats.org/drawingml/2006/main">
            <a:off x="8734425" y="7429500"/>
            <a:ext cx="819150" cy="866775"/>
          </a:xfrm>
          <a:prstGeom xmlns:a="http://schemas.openxmlformats.org/drawingml/2006/main" prst="rect">
            <a:avLst/>
          </a:prstGeom>
        </p:spPr>
      </p:pic>
      <p:sp>
        <p:nvSpPr>
          <p:cNvPr id="145" name="value-card-3-title">
            <a:extLst xmlns:a="http://schemas.openxmlformats.org/drawingml/2006/main">
              <a:ext uri="{FF2B5EF4-FFF2-40B4-BE49-F238E27FC236}">
                <a16:creationId xmlns:a16="http://schemas.microsoft.com/office/drawing/2014/main" id="{AC9C3D77-F3F8-46EE-9F63-2AEEBE95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486650"/>
            <a:ext cx="1962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2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2F96"/>
                </a:solidFill>
                <a:latin typeface="Microsoft YaHei"/>
                <a:ea typeface="Microsoft YaHei"/>
                <a:cs typeface="Microsoft YaHei"/>
              </a:rPr>
              <a:t>提高测试稳定性</a:t>
            </a:r>
          </a:p>
        </p:txBody>
      </p:sp>
      <p:sp>
        <p:nvSpPr>
          <p:cNvPr id="146" name="value-card-3-body-1">
            <a:extLst xmlns:a="http://schemas.openxmlformats.org/drawingml/2006/main">
              <a:ext uri="{FF2B5EF4-FFF2-40B4-BE49-F238E27FC236}">
                <a16:creationId xmlns:a16="http://schemas.microsoft.com/office/drawing/2014/main" id="{94E98405-0308-4997-BC2A-E0C00128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84860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0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智能分析 + 自愈</a:t>
            </a:r>
          </a:p>
        </p:txBody>
      </p:sp>
      <p:sp>
        <p:nvSpPr>
          <p:cNvPr id="147" name="value-card-3-body-2">
            <a:extLst xmlns:a="http://schemas.openxmlformats.org/drawingml/2006/main">
              <a:ext uri="{FF2B5EF4-FFF2-40B4-BE49-F238E27FC236}">
                <a16:creationId xmlns:a16="http://schemas.microsoft.com/office/drawing/2014/main" id="{18779617-0FBA-473C-9AEE-B6BF4B0C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8105775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0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持续稳定可用</a:t>
            </a:r>
          </a:p>
        </p:txBody>
      </p:sp>
      <p:sp>
        <p:nvSpPr>
          <p:cNvPr id="148" name="value-card-4-container">
            <a:extLst xmlns:a="http://schemas.openxmlformats.org/drawingml/2006/main">
              <a:ext uri="{FF2B5EF4-FFF2-40B4-BE49-F238E27FC236}">
                <a16:creationId xmlns:a16="http://schemas.microsoft.com/office/drawing/2014/main" id="{16C9C04E-7A28-4B22-B051-C61CAED8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7353300"/>
            <a:ext cx="3381375" cy="1152525"/>
          </a:xfrm>
          <a:prstGeom xmlns:a="http://schemas.openxmlformats.org/drawingml/2006/main" prst="roundRect">
            <a:avLst>
              <a:gd name="adj" fmla="val 74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EA2EC"/>
            </a:solidFill>
            <a:prstDash val="solid"/>
          </a:ln>
        </p:spPr>
      </p:sp>
      <p:pic>
        <p:nvPicPr>
          <p:cNvPr id="3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84626a52f44f4"/>
          <a:stretch xmlns:a="http://schemas.openxmlformats.org/drawingml/2006/main"/>
        </p:blipFill>
        <p:spPr>
          <a:xfrm xmlns:a="http://schemas.openxmlformats.org/drawingml/2006/main">
            <a:off x="12115800" y="7429500"/>
            <a:ext cx="866775" cy="895350"/>
          </a:xfrm>
          <a:prstGeom xmlns:a="http://schemas.openxmlformats.org/drawingml/2006/main" prst="rect">
            <a:avLst/>
          </a:prstGeom>
        </p:spPr>
      </p:pic>
      <p:sp>
        <p:nvSpPr>
          <p:cNvPr id="150" name="value-card-4-title">
            <a:extLst xmlns:a="http://schemas.openxmlformats.org/drawingml/2006/main">
              <a:ext uri="{FF2B5EF4-FFF2-40B4-BE49-F238E27FC236}">
                <a16:creationId xmlns:a16="http://schemas.microsoft.com/office/drawing/2014/main" id="{9AAD3193-2B43-4181-8D5F-CDE076AF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48665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2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2F96"/>
                </a:solidFill>
                <a:latin typeface="Microsoft YaHei"/>
                <a:ea typeface="Microsoft YaHei"/>
                <a:cs typeface="Microsoft YaHei"/>
              </a:rPr>
              <a:t>加速版本交付</a:t>
            </a:r>
          </a:p>
        </p:txBody>
      </p:sp>
      <p:sp>
        <p:nvSpPr>
          <p:cNvPr id="151" name="value-card-4-body-1">
            <a:extLst xmlns:a="http://schemas.openxmlformats.org/drawingml/2006/main">
              <a:ext uri="{FF2B5EF4-FFF2-40B4-BE49-F238E27FC236}">
                <a16:creationId xmlns:a16="http://schemas.microsoft.com/office/drawing/2014/main" id="{5D690E11-4D4A-41D7-8382-F61A8EC8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8486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0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快速反馈问题</a:t>
            </a:r>
          </a:p>
        </p:txBody>
      </p:sp>
      <p:sp>
        <p:nvSpPr>
          <p:cNvPr id="152" name="value-card-4-body-2">
            <a:extLst xmlns:a="http://schemas.openxmlformats.org/drawingml/2006/main">
              <a:ext uri="{FF2B5EF4-FFF2-40B4-BE49-F238E27FC236}">
                <a16:creationId xmlns:a16="http://schemas.microsoft.com/office/drawing/2014/main" id="{90D68DAC-03A3-42E9-9EFA-8128CA62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81057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0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 b="0">
                <a:solidFill>
                  <a:srgbClr val="071B55"/>
                </a:solidFill>
                <a:latin typeface="Microsoft YaHei"/>
                <a:ea typeface="Microsoft YaHei"/>
                <a:cs typeface="Microsoft YaHei"/>
              </a:rPr>
              <a:t>加速交付节奏</a:t>
            </a:r>
          </a:p>
        </p:txBody>
      </p:sp>
    </p:spTree>
    <p:extLst>
      <p:ext uri="{BB962C8B-B14F-4D97-AF65-F5344CB8AC3E}">
        <p14:creationId xmlns:p14="http://schemas.microsoft.com/office/powerpoint/2010/main" val="15060071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0121" dir="4293903">
              <a:srgbClr val="00236B">
                <a:alpha val="16000"/>
              </a:srgbClr>
            </a:outerShdw>
          </a:effectLst>
        </a:effectStyle>
        <a:effectStyle>
          <a:effectLst>
            <a:outerShdw blurRad="76200" dist="30121" dir="4293903">
              <a:srgbClr val="002B80">
                <a:alpha val="7000"/>
              </a:srgbClr>
            </a:outerShdw>
          </a:effectLst>
        </a:effectStyle>
        <a:effectStyle>
          <a:effectLst>
            <a:outerShdw blurRad="47625" dist="21299" dir="3806097">
              <a:srgbClr val="163E8F">
                <a:alpha val="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2026-08-25T07:50:14.5330000Z</dcterms:created>
  <dcterms:modified xsi:type="dcterms:W3CDTF">2026-08-25T07:50:14.5330000Z</dcterms:modified>
</coreProperties>
</file>